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Cyber Security Internship</a:t>
            </a:r>
          </a:p>
          <a:p>
            <a:r>
              <a:t>Prepared by: Bhavya Sri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cyberattack that tricks users into revealing sensitive information such as passwords, OTPs, banking details, and personal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Phishing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 of the most common cyber threats</a:t>
            </a:r>
          </a:p>
          <a:p>
            <a:r>
              <a:t>• Causes financial loss and data breaches</a:t>
            </a:r>
          </a:p>
          <a:p>
            <a:r>
              <a:t>• Targets individuals and organizations alike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 Phishing</a:t>
            </a:r>
          </a:p>
          <a:p>
            <a:r>
              <a:t>• Smishing (SMS)</a:t>
            </a:r>
          </a:p>
          <a:p>
            <a:r>
              <a:t>• Vishing (Voice Calls)</a:t>
            </a:r>
          </a:p>
          <a:p>
            <a:r>
              <a:t>• Social Media Phishing</a:t>
            </a:r>
          </a:p>
          <a:p>
            <a:r>
              <a:t>• Spear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Spot a Phishing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Suspicious sender address</a:t>
            </a:r>
          </a:p>
          <a:p>
            <a:r>
              <a:t>• Urgent language</a:t>
            </a:r>
          </a:p>
          <a:p>
            <a:r>
              <a:t>• Unexpected attachments</a:t>
            </a:r>
          </a:p>
          <a:p>
            <a:r>
              <a:t>• Spelling/grammar mistakes</a:t>
            </a:r>
          </a:p>
          <a:p>
            <a:r>
              <a:t>• Suspicious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Misspelled URLs</a:t>
            </a:r>
          </a:p>
          <a:p>
            <a:r>
              <a:t>• Missing HTTPS</a:t>
            </a:r>
          </a:p>
          <a:p>
            <a:r>
              <a:t>• Poor design</a:t>
            </a:r>
          </a:p>
          <a:p>
            <a:r>
              <a:t>• Requests for sensitive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exploit fear, urgency, curiosity, trust, and authority to manipulate victims.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Verify sender identity</a:t>
            </a:r>
          </a:p>
          <a:p>
            <a:r>
              <a:t>• Use strong passwords</a:t>
            </a:r>
          </a:p>
          <a:p>
            <a:r>
              <a:t>• Enable MFA/2FA</a:t>
            </a:r>
          </a:p>
          <a:p>
            <a:r>
              <a:t>• Avoid unknown links</a:t>
            </a:r>
          </a:p>
          <a:p>
            <a:r>
              <a:t>• Keep systems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fake bank email asks users to 'verify' their account. Clicking the link leads to a fraudulent login page that steals credentials.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does HTTPS indicate?</a:t>
            </a:r>
          </a:p>
          <a:p>
            <a:r>
              <a:t>2. Should you trust urgent emails asking for passwords?</a:t>
            </a:r>
          </a:p>
          <a:p>
            <a:r>
              <a:t>3. Name one sign of a phishing website.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Before You Click!</a:t>
            </a:r>
          </a:p>
          <a:p>
            <a:r>
              <a:t>Awareness is the first line of defense against phishing attacks.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